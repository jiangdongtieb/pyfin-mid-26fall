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3　回测：跑不赢买入持有，但显著降低风险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2161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  <a:gridCol w="914400"/>
                <a:gridCol w="1097280"/>
                <a:gridCol w="914400"/>
                <a:gridCol w="914400"/>
                <a:gridCol w="1005840"/>
                <a:gridCol w="1097280"/>
                <a:gridCol w="118872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夏普比率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净值终点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胜率%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持仓天数占比%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换手次数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交易成本累计%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样本天数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sig_ma_20_120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18.160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36.310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-63.170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6.984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49.070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55.010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sig_ma_60_250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22.350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39.810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0.561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-68.430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10.478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50.110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63.630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16.000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0.800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sig_mom_60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35.860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-67.610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46.380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55.820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153.000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sig_rsi_50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18.620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33.470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0.556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-51.680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7.310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44.200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52.940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309.000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15.425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sig_vol_expand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24.940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34.470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-53.700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49.500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48.700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104.000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技术面得分≥60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10.630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34.230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0.311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-56.120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3.243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47.400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47.170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112.000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5.600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复合得分≥60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25.990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-43.380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3.336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48.270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35.700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98.000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2807.000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买入持有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27.350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44.190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0.619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-63.730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16.706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ask3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83280"/>
            <a:ext cx="7498079" cy="46142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3383280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62B33"/>
                </a:solidFill>
                <a:latin typeface="Microsoft YaHei"/>
                <a:ea typeface="Microsoft YaHei"/>
              </a:rPr>
              <a:t>买入持有年化 22.53%、净值 16.7 倍、夏普 0.767——所有择时策略收益都更低。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择时的价值在风险：w_tech=0.25 组合把最大回撤从 </a:t>
            </a:r>
            <a:r>
              <a:rPr sz="1300" b="1" i="0">
                <a:solidFill>
                  <a:srgbClr val="262B33"/>
                </a:solidFill>
                <a:latin typeface="Microsoft YaHei"/>
                <a:ea typeface="Microsoft YaHei"/>
              </a:rPr>
              <a:t>-63.73% 压到 -35.62%</a:t>
            </a: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高频信号被交易成本吃掉：sig_rsi_50 换手 309 次、成本 15.4%，sig_ma_60_250 仅换手 16 次、成本 0.8%。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3　哪个维度择时最有效？技术 vs 基本面？权重怎么定？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9235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05840"/>
                <a:gridCol w="914400"/>
                <a:gridCol w="1097280"/>
                <a:gridCol w="173736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年化收益%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年化波动%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夏普比率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最大回撤%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相对同窗口年化超额%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回撤改善pct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tech_score≥60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34.230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-56.120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-16.720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7.610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fund_盈利能力≥60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10.020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22.280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-54.150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-12.960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9.580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fund_成长能力≥60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8.780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19.940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-39.480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-15.150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24.250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fund_偿债能力≥60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12.020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25.400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0.473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-46.580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-10.510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17.150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fund_运营效率≥60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21.930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-55.200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-22.360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fund_现金流质量≥60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14.920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28.680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-54.150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-8.060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9.580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fund_估值水平≥60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25.690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-62.660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-19.890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复合 w_tech=0.25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8.810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23.790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0.370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-35.620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-13.720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28.110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复合 w_tech=0.50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25.990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-43.380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-11.630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20.350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09160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现金流质量（夏普 0.520）&gt; 偿债能力（0.473）&gt; 盈利能力（0.450）&gt;&gt; 估值水平（0.103）、运营效率（0.072）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——Sloan(1996) 现金流异象 + 牧原「靠现金流和成本扛周期」的现实。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技术面在 20 日以内更有效，基本面对 1-3 个月更有效。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 权重网格：夏普在 w_tech=0.50 最高（0.419），回撤在 w_tech=0.25 最小——</a:t>
            </a: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题目 baseline 的 50/50 恰好是夏普最优，我们没有偏离它的理由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；但若目标是控回撤则偏 0.25。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3　统计显著性与稳定性：看起来有效 ≠ 统计显著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06375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194560"/>
                <a:gridCol w="2194560"/>
                <a:gridCol w="1280160"/>
                <a:gridCol w="18592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Unnamed: 0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持有期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斜率(每+50分)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NeweyWest_t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普通OLS_t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样本数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5日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0.221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0.326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0.623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2658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20日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1.130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0.480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1.566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2643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60日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21日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1.121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0.455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2642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63日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7432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</a:rPr>
              <a:t>普通 OLS 的 t 值（20 日 1.566）在 Newey-West HAC 修正重叠观测后掉到 0.480</a:t>
            </a:r>
            <a:r>
              <a:rPr sz="1400" b="0" i="0">
                <a:solidFill>
                  <a:srgbClr val="C0392B"/>
                </a:solidFill>
                <a:latin typeface="Microsoft YaHei"/>
                <a:ea typeface="Microsoft YaHei"/>
              </a:rPr>
              <a:t>——「看起来像有效」的 20 日效应主要是重叠样本造成的假象。未来 60 日 NW t 仅 0.059。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</a:rPr>
              <a:t>复合得分的预测力统计上不显著。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657600"/>
          <a:ext cx="12669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9728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395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Unnamed: 0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子区间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交易日数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高分组(≥60)_20日%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低分组(&lt;40)_20日%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价差_20日%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高分组(≥60)_60日%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低分组(&lt;40)_60日%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价差_60日%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2015-06-12 ~ 2018 熊市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-2.118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11.965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11.325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2019 ~ 2021 非洲猪瘟后涨价周期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7.006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11.392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-4.386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12.975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18.725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-5.751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2022 ~ 2024 产能过载与亏损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-2.378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-2.725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-8.325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-12.406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2025 ~ 至今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424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2.096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-0.709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2.805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6.087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7.983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-1.896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高分组减低分组价差在 2015-2018 / 2019-2021 / 2022-2024 三段均为负（-2.1% / -4.4% / -2.7%），只有 2025 年以来为正 —— </a:t>
            </a:r>
            <a:r>
              <a:rPr sz="1300" b="1" i="0">
                <a:solidFill>
                  <a:srgbClr val="262B33"/>
                </a:solidFill>
                <a:latin typeface="Microsoft YaHei"/>
                <a:ea typeface="Microsoft YaHei"/>
              </a:rPr>
              <a:t>择时能力不稳定，甚至在最需要的亏损期是反向的</a:t>
            </a:r>
            <a:r>
              <a:rPr sz="1300" b="0" i="0">
                <a:solidFill>
                  <a:srgbClr val="262B33"/>
                </a:solidFill>
                <a:latin typeface="Microsoft YaHei"/>
                <a:ea typeface="Microsoft YaHei"/>
              </a:rPr>
              <a:t>（基本面得分低恰是底部）。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投资建议卡（2026-09-30）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</a:rPr>
              <a:t>评级：中性 Neutral　|　复合得分 51.9 / 100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556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5720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取值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 / 区间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技术面 / 基本面 / 复合得分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55.6 / 48.2 / 51.9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0-100，相对自身历史分位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评级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中性 Neutral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≥80 看多 / 60-79 偏多 / 40-59 中性 / &lt;40 谨慎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未来 1 个月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均值 -0.55%（中位 -1.36%）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25-75% 区间 [-7.12%, 4.58%]，胜率 43.9%，样本 519 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未来 3 个月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均值 3.15%（中位 -2.51%）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25-75% 区间 [-13.29%, 10.88%]，胜率 46.1%，样本 499 天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关键风险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猪价磨底（上半年均价 10.4 元/kg，-28%）｜产能去化不及预期（能繁母猪 3900 万头）｜高杠杆 + 流动比率&lt;1 的再融资压力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与同花顺对比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同花顺「增持 60 分」（打败 93%）vs 我们「中性 51.9 分」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分歧来自参照系：它比全市场，我们比牧原自己的历史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17720"/>
            <a:ext cx="11155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均值与中位数方向相反（3 个月 +3.15% vs -2.51%）说明分布右偏：多数日子小跌，少数日子大涨。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叠加 Newey-West 不显著的结论——</a:t>
            </a: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任何点估计都不具统计意义，这张卡真正能说的只有一句：没有证据支持在当前位置做方向性择时，风险收益比对多头中性。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结论：五个诚实回答 + 局限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我们的回答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技术面有效吗？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20 日以上单调有效（量比、MA20&gt;MA120 最强）；1-5 日反转（J&amp;T）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基本面有效吗？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U 型不单调：盈利/效率低点是买点、估值两端出收益；现金流质量择时最有效（夏普 0.520）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组合有帮助吗？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收益上跑不赢买入持有（22.53%），但回撤与波动显著降低（-35.6% vs -63.7%）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稳定吗？显著吗？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Newey-West t 值 0.14~0.48 不显著；2015-2024 三段价差为负，不稳定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与 AI 诊股差在哪？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同花顺给「增持」我们给「中性」：参照系不同；我们补上了历史胜率（43.9%）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77639"/>
            <a:ext cx="11155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局限（诚实）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：月末五分位样本小（7~54 组）；单只股票无法区分个股特性与周期股共性；缺少猪价/能繁母猪等产业链高频数据——牧原收益本质上由猪价驱动，这是本框架最大短板；等权合成可用 IC 加权或 ML 分类器改进。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加分项 12 项已做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：进阶指标、前复权/后复权比较、行业专属指标、严格 PIT、Newey-West、交易成本、涨跌停不可成交、分时段稳定性、基准指数、免费接口交叉验证、官方比率库交叉验证、qcut 五分位。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一句话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：择时对牧原这种 12 年涨 16 倍的强趋势周期龙头，「拿住」比「择时」更重要——这个结论我们用数据证明了。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