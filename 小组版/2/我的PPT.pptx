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数据与清洗：自己重建复权价，三方逐日交叉验证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题目 Alternative method / bonus：免费接口 vs CSMAR 对比、前复权 vs 后复权对比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30149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1188720"/>
                <a:gridCol w="5943600"/>
                <a:gridCol w="18592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相关系数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平均绝对差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最大绝对差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差&gt;0.05%天数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我构造(含红利)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东财hfq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我构造(含红利)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东财qfq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2270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我构造(含红利)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东财原始收盘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我构造(含红利)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CSMAR后复权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东财hfq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东财qfq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东财hfq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东财原始收盘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0.852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0.509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962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东财hfq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CSMAR后复权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东财qfq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东财原始收盘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2275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东财qfq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CSMAR后复权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inf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2270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东财原始收盘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CSMAR后复权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0.853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0.509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805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三个结论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：① 自建序列与 CSMAR 官方后复权</a:t>
            </a: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相关系数 1.000000、0 天差异超 0.05%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 → 我们的公式全对；② 东财 hfq 有 955 天对不上（复权因子滞后）→ 免费数据不能直接用于长样本；③ 前复权把 2019 年前价格倒推成负数 → 只能画图不能算收益。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834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不复权价在 14 个除权日出现假暴跌（最大 -50.91%）：5 次送转股若不算复权，均线/动量/波动率全部失真。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5486400"/>
          <a:ext cx="1115568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2743200"/>
                <a:gridCol w="43891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事实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数字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2014 上市以来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3057 个交易日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51 个标准报告期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剔除 250 天预热 → 回测样本 2807 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涨跌停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触及涨停 53 / 跌停 36 天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封死涨停 32 / 跌停 19 天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一字板 1 天（2015-07-13）：信号顺延不可成交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股本 / 市值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 次转增 + 14 次分红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总股本 57.73 亿股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自建市值与 CSMAR MarketValue 比值 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1　技术面：指标、打分与描述统计</a:t>
            </a:r>
          </a:p>
        </p:txBody>
      </p:sp>
      <p:pic>
        <p:nvPicPr>
          <p:cNvPr id="4" name="Picture 3" descr="task1_tech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406640" cy="6836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62B33"/>
                </a:solidFill>
                <a:latin typeface="Microsoft YaHei"/>
                <a:ea typeface="Microsoft YaHei"/>
              </a:rPr>
              <a:t>13 个 0/1 信号 + 9 个连续百分位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1691640"/>
          <a:ext cx="3840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Unnamed: 0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信号为1的比例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sig_ma_5_20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sig_ma_10_60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0.540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sig_ma_20_120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sig_ma_60_250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0.585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0.564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sig_mom_250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0.613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sig_vwma_5_30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sig_vwma_10_60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0.528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sig_vol_expand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sig_rsi_50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0.536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sig_boll_mid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0.523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5029200"/>
            <a:ext cx="3931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B33"/>
                </a:solidFill>
                <a:latin typeface="Microsoft YaHei"/>
                <a:ea typeface="Microsoft YaHei"/>
              </a:rPr>
              <a:t>技术面得分均值 54.3 / 中位数 55.6，分布分散（20% 分位 25 / 75% 分位 80.6）→ 有区分度。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B33"/>
                </a:solidFill>
                <a:latin typeface="Microsoft YaHei"/>
                <a:ea typeface="Microsoft YaHei"/>
              </a:rPr>
              <a:t>日收益标准差 2.88%（年化约 45%），波动率均值 40.6%、最大 140.4%（2015 股灾与 2021 猪价崩塌）。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3　技术信号两分组：20 日以上单调，1-5 日出现反转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005840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731520"/>
                <a:gridCol w="1280160"/>
                <a:gridCol w="1280160"/>
                <a:gridCol w="1280160"/>
                <a:gridCol w="128016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分组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天数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未来1日收益%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未来5日收益%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未来10日收益%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未来20日收益%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未来60日收益%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sig_ma_20_120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2.086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6.463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sig_ma_20_120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1545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0.177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0.859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1.750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3.448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9.482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sig_ma_60_250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0.930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1.941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sig_ma_60_250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1786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0.183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0.886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1.733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3.331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7.520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1.147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6.859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1539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0.186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0.882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1.688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3.311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9.226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0.749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1.478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2.816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6.708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1568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0.107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0.707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1.415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2.844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9.276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sig_vwma_10_60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0.766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2.504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6.528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sig_vwma_10_60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1463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0.121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0.688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1.492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3.137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9.670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sig_vol_expand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sig_vol_expand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1367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0.244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1.157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2.232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4.143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8.115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sig_rsi_50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1.369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7.163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sig_rsi_50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1488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0.194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0.791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1.508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3.028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9.030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Q1(信号=0)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1.551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2.936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Q2(信号=1)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sig_macd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1443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0.159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1.341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2.733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7.815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206240"/>
            <a:ext cx="11155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信号=1 组普遍占优，且持有期越长越明显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：MA20&gt;MA120 的 60 日收益 </a:t>
            </a: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9.48% vs 6.46%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；</a:t>
            </a: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量比放大（20/60 日均量比≥1）是短周期最强信号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：1 日 0.244% vs 0.046%，20 日 4.14% vs 1.57%（Murphy「量在价先」）。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62B33"/>
                </a:solidFill>
                <a:latin typeface="Microsoft YaHei"/>
                <a:ea typeface="Microsoft YaHei"/>
              </a:rPr>
              <a:t>反例同样重要</a:t>
            </a:r>
            <a:r>
              <a:rPr sz="1400" b="0" i="0">
                <a:solidFill>
                  <a:srgbClr val="262B33"/>
                </a:solidFill>
                <a:latin typeface="Microsoft YaHei"/>
                <a:ea typeface="Microsoft YaHei"/>
              </a:rPr>
              <a:t>：最快的均线组合 MA5/MA20 与 MACD 金叉在 1 日、5 日尺度为负 → 过度敏感的信号是噪音，出现 Jegadeesh-Titman(1993) 的短期反转。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